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2F6B3A">
              <a:alpha val="60000"/>
            </a:srgbClr>
          </a:solidFill>
          <a:ln w="12700">
            <a:solidFill>
              <a:srgbClr val="2F6B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 (25CS1302E)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  |  Section 10  |  Team 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TRACKER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 proposal  ·  Review 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7863840" cy="1280160"/>
          </a:xfrm>
          <a:prstGeom prst="roundRect">
            <a:avLst>
              <a:gd name="adj" fmla="val 5714"/>
            </a:avLst>
          </a:prstGeom>
          <a:solidFill>
            <a:srgbClr val="2F6B3A"/>
          </a:solidFill>
          <a:ln w="9525">
            <a:solidFill>
              <a:srgbClr val="2F6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Harshika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2520090047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Madhulika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2520090056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Neha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2520090013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an item on campus is easy — getting it back is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3A2B"/>
          </a:solidFill>
          <a:ln w="9525">
            <a:solidFill>
              <a:srgbClr val="1E3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lost-and-found runs on notice boards and chat groups. There is no single place to report, search or match items, so many belongings are never recovered.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reports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spread over notice boards, WhatsApp groups and word of mouth.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search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browse every post themselves and can easily miss a match.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84048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trust or insight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rest on conversation alone, and nobody sees where items get lost.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EXISTING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handled today, and where it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E3A2B"/>
          </a:solidFill>
          <a:ln w="9525">
            <a:solidFill>
              <a:srgbClr val="1E3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notice boards and counters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WhatsApp and social media groups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 of reports by memory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keep checking back for updates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WE SEE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central, searchable record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matching of lost and found items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tracking or analytics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verification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PROPOSED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platform to report, match and recover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where students and staff log lost or found items and the system helps connect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2F6B3A"/>
          </a:solidFill>
          <a:ln w="9525">
            <a:solidFill>
              <a:srgbClr val="2F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items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26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lost or found items with category, description, location, date and photo.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2F6B3A"/>
          </a:solidFill>
          <a:ln w="9525">
            <a:solidFill>
              <a:srgbClr val="2F6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377440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smartly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926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engine suggests likely matches with a confidence score.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2F6B3A"/>
          </a:solidFill>
          <a:ln w="9525">
            <a:solidFill>
              <a:srgbClr val="2F6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locations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 map shows where items are most often lost.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2F6B3A"/>
          </a:solidFill>
          <a:ln w="9525">
            <a:solidFill>
              <a:srgbClr val="2F6B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480560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and notify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ownership checks and email alerts when a match appears.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OBJECTIVES &amp; EXPECTED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aim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central record of lost and found items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matching to cut manual searching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location hotspots across campus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ownership through private verification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users as soon as a match appears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89520" y="164592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E3A2B"/>
          </a:solidFill>
          <a:ln w="9525">
            <a:solidFill>
              <a:srgbClr val="1E3A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recovery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200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system where a lost item can be reported, matched, verified and marked recovered, with less effort and fewer disputes.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TENTATIVE TECHNOLOGY &amp;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plan to build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TECHNOLOGY (to be finalised in Review 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 Boot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15400" y="19202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F7F1"/>
          </a:solidFill>
          <a:ln w="9525">
            <a:solidFill>
              <a:srgbClr val="DDE7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297680"/>
            <a:ext cx="10149840" cy="0"/>
          </a:xfrm>
          <a:prstGeom prst="line">
            <a:avLst/>
          </a:prstGeom>
          <a:noFill/>
          <a:ln w="25400">
            <a:solidFill>
              <a:srgbClr val="DDE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F2C1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0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problem and idea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rgbClr val="2F6B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scope, tech stack, architecture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2F6B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reviews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test and demo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2F6B3A">
              <a:alpha val="60000"/>
            </a:srgbClr>
          </a:solidFill>
          <a:ln w="12700">
            <a:solidFill>
              <a:srgbClr val="2F6B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286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PROPOSED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2026-10-01T13:52:17Z</dcterms:created>
  <dcterms:modified xsi:type="dcterms:W3CDTF">2026-10-01T13:52:17Z</dcterms:modified>
</cp:coreProperties>
</file>