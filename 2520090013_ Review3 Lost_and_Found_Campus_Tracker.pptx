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2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EB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KONERU LAKSHMAIAH EDUCATION FOUNDATION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2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REVIEW – 3   |   TEAM 16   |   SEC 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Lost &amp; Found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Campus Tracker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B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smart, location-aware recovery network for the campus community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0" y="822960"/>
            <a:ext cx="2011680" cy="2011680"/>
          </a:xfrm>
          <a:prstGeom prst="ellipse">
            <a:avLst/>
          </a:prstGeom>
          <a:solidFill>
            <a:srgbClr val="5B8EF2"/>
          </a:solidFill>
          <a:ln w="12700">
            <a:solidFill>
              <a:srgbClr val="5B8EF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834" y="1366114"/>
            <a:ext cx="925373" cy="9253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640080"/>
            <a:ext cx="640080" cy="64008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422" y="812902"/>
            <a:ext cx="294437" cy="29443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4747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7724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M. Harshika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77240" y="3913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2520090047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291840" y="34747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52044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Ch. Madhulika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3520440" y="3913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2520090056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035040" y="34747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26364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B. Neha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6263640" y="3913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2520090013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B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Systems Engineering and Distributed Backend Development (25CS1302E)  •  2026–2027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Project Overview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Campus Tracker  ·  Team 16, Sec 10  ·  Review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0136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1764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Notices and WhatsApp groups are scattered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5856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2221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record of where items were lost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15768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679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Anyone can claim an item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72968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Matching is manual, item by item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663440" y="1234440"/>
            <a:ext cx="4023360" cy="2423160"/>
          </a:xfrm>
          <a:prstGeom prst="roundRect">
            <a:avLst>
              <a:gd name="adj" fmla="val 3774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93776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2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SOLUTION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01368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212080" y="1764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central platform to report lost &amp; found items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58568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212080" y="2221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 view showing loss hotspots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15768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212080" y="2679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Automatic matching with a confidence score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72968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212080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Private-detail ownership verification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6"/>
          <p:cNvSpPr txBox="1"/>
          <p:nvPr/>
        </p:nvSpPr>
        <p:spPr>
          <a:xfrm>
            <a:off x="45720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STACK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457200" y="41148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45720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HTML5 · CSS3 · JS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2103120" y="41148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210312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Bootstrap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3749040" y="41148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374904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394960" y="41148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539496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APIs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7040880" y="41148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704088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+ JPA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Front-End: User Journey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Campus Tracker  ·  Team 16, Sec 10  ·  Review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a user moves through the Bootstrap-based interface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645920"/>
            <a:ext cx="640080" cy="6400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90" y="181874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48640" y="24231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66928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Search, recent items, map preview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116836" y="146304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46604" y="1645920"/>
            <a:ext cx="640080" cy="64008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426" y="1818742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08276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2208276" y="24231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2226564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Role-based access with validation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776472" y="146304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206240" y="1645920"/>
            <a:ext cx="640080" cy="6400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062" y="1818742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867912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3867912" y="24231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3886200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/ found form with image upload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436108" y="146304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865876" y="1645920"/>
            <a:ext cx="640080" cy="64008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698" y="1818742"/>
            <a:ext cx="294437" cy="29443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527548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5527548" y="24231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5545836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status &amp; match alerts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095744" y="1463040"/>
            <a:ext cx="1499616" cy="21031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525512" y="1645920"/>
            <a:ext cx="640080" cy="64008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8334" y="1818742"/>
            <a:ext cx="294437" cy="29443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187184" y="1554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7187184" y="24231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7205472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Hotspots of reported locations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685800" y="3904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2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COMMON TO EVERY PAGE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2"/>
          <p:cNvSpPr txBox="1"/>
          <p:nvPr/>
        </p:nvSpPr>
        <p:spPr>
          <a:xfrm>
            <a:off x="685800" y="41330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Reusable header/footer   •   Responsive Bootstrap grid   •   Inline form validation   •   fetch() calls to REST APIs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Frontend Modules &amp; Features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&amp; Found Campus Tracker  ·  Team 16, Sec 10  ·  Review 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54076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Lost / Found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Category, description, location, date &amp; photo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40080" y="2441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by: Student, Staff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4612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54076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2336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Search &amp; Filters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34290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 items by category, location or status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3429000" y="2441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by: Everyone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03504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64" y="1540764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81228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 Dashboard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62179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 lifecycle status, view match alerts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6217920" y="2441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by: Student, Staff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3278124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34440" y="3218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Campus Map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Hotspot view of frequently reported areas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640080" y="4178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by: Everyone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429000" y="3154680"/>
            <a:ext cx="457200" cy="45720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444" y="3278124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023360" y="3218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34290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 private details to claim an item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3429000" y="4178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by: Claimant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6035040" y="29718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17920" y="315468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364" y="3278124"/>
            <a:ext cx="210312" cy="21031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812280" y="3218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Panel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2"/>
          <p:cNvSpPr txBox="1"/>
          <p:nvPr/>
        </p:nvSpPr>
        <p:spPr>
          <a:xfrm>
            <a:off x="62179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reports, resolve disputes, remove duplicates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3"/>
          <p:cNvSpPr txBox="1"/>
          <p:nvPr/>
        </p:nvSpPr>
        <p:spPr>
          <a:xfrm>
            <a:off x="6217920" y="4178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by: Admin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Screenshots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Campus Tracker  ·  Team 16, Sec 10  ·  Review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3891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875">
            <a:solidFill>
              <a:srgbClr val="DCEBFF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4389120" cy="274320"/>
          </a:xfrm>
          <a:prstGeom prst="roundRect">
            <a:avLst>
              <a:gd name="adj" fmla="val 33333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80160"/>
            <a:ext cx="91440" cy="914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28016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28016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46304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(main)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DCEBFF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188720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1280160"/>
            <a:ext cx="91440" cy="914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5232" y="128016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1536" y="128016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4630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Home Page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18872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DCEBFF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188720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13448" y="1280160"/>
            <a:ext cx="91440" cy="914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9752" y="128016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06056" y="128016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14630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Login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292608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DCEBFF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2926080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38928" y="3017520"/>
            <a:ext cx="91440" cy="914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232" y="301752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1536" y="301752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0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Report 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03720" y="2926080"/>
            <a:ext cx="17830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DCEBFF"/>
            </a:solidFill>
            <a:prstDash val="dash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03720" y="2926080"/>
            <a:ext cx="1783080" cy="274320"/>
          </a:xfrm>
          <a:prstGeom prst="roundRect">
            <a:avLst>
              <a:gd name="adj" fmla="val 33333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13448" y="3017520"/>
            <a:ext cx="91440" cy="914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9752" y="301752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06056" y="3017520"/>
            <a:ext cx="91440" cy="91440"/>
          </a:xfrm>
          <a:prstGeom prst="ellipse">
            <a:avLst/>
          </a:prstGeom>
          <a:solidFill>
            <a:srgbClr val="DCE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03720" y="32004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Admin Panel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here</a:t>
            </a:r>
            <a:endParaRPr lang="en-US" sz="12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B9F0A7F-E0F2-ED31-6DA3-077169484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463040"/>
            <a:ext cx="1783080" cy="1371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9FB47EE-5CCA-C5B7-594B-47B92F196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02" y="1508760"/>
            <a:ext cx="4466492" cy="310895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9348FFE-C516-FE84-3767-3FCA3809DE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7793" y="1508760"/>
            <a:ext cx="1747208" cy="13030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53F7540-E52E-037D-6DCB-7924003E9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00400"/>
            <a:ext cx="1783080" cy="13716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AF66659-DC33-2AB7-D0B5-4AA46E3255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3096660"/>
            <a:ext cx="1761978" cy="1475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48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3434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Architecture: Frontend → Backend → Database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Campus Tracker  ·  Team 16, Sec 10  ·  Review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1887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Pages &amp; Forms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3192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Bootstrap Grid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 Validation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4088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fetch() API Client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146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146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377440" y="2697480"/>
            <a:ext cx="1234440" cy="822960"/>
          </a:xfrm>
          <a:prstGeom prst="roundRect">
            <a:avLst>
              <a:gd name="adj" fmla="val 1111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77440" y="2770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8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2423160" y="3063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endpoints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30168" y="3108960"/>
            <a:ext cx="283464" cy="0"/>
          </a:xfrm>
          <a:prstGeom prst="line">
            <a:avLst/>
          </a:prstGeom>
          <a:noFill/>
          <a:ln w="22225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31920" y="2697480"/>
            <a:ext cx="1234440" cy="822960"/>
          </a:xfrm>
          <a:prstGeom prst="roundRect">
            <a:avLst>
              <a:gd name="adj" fmla="val 1111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31920" y="2770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8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977640" y="3063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Matching &amp; rules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184648" y="3108960"/>
            <a:ext cx="283464" cy="0"/>
          </a:xfrm>
          <a:prstGeom prst="line">
            <a:avLst/>
          </a:prstGeom>
          <a:noFill/>
          <a:ln w="22225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0" y="2697480"/>
            <a:ext cx="1234440" cy="822960"/>
          </a:xfrm>
          <a:prstGeom prst="roundRect">
            <a:avLst>
              <a:gd name="adj" fmla="val 1111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2770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8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Repository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5532120" y="3063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Data JPA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39128" y="3108960"/>
            <a:ext cx="283464" cy="0"/>
          </a:xfrm>
          <a:prstGeom prst="line">
            <a:avLst/>
          </a:prstGeom>
          <a:noFill/>
          <a:ln w="22225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040880" y="2697480"/>
            <a:ext cx="1234440" cy="822960"/>
          </a:xfrm>
          <a:prstGeom prst="roundRect">
            <a:avLst>
              <a:gd name="adj" fmla="val 1111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0" y="2770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8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086600" y="3063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Maps to tables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16052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160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233172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users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338328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item_reports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443484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location_log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548640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matches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53796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verification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758952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notifications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325880" y="2084832"/>
            <a:ext cx="0" cy="402336"/>
          </a:xfrm>
          <a:prstGeom prst="line">
            <a:avLst/>
          </a:prstGeom>
          <a:noFill/>
          <a:ln w="22225">
            <a:solidFill>
              <a:srgbClr val="6B7A9F"/>
            </a:solidFill>
            <a:prstDash val="solid"/>
            <a:headEnd type="triangle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1463040" y="2167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HTTP · JSON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325880" y="3730752"/>
            <a:ext cx="0" cy="402336"/>
          </a:xfrm>
          <a:prstGeom prst="line">
            <a:avLst/>
          </a:prstGeom>
          <a:noFill/>
          <a:ln w="22225">
            <a:solidFill>
              <a:srgbClr val="6B7A9F"/>
            </a:solidFill>
            <a:prstDash val="solid"/>
            <a:headEnd type="triangle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1463040" y="3813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JPA · JDBC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Request Data Flow: Reporting a Lost Item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Campus Tracker  ·  Team 16, Sec 10  ·  Review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261872" cy="164592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261872" cy="365760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6F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submits form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237040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Inline validation, then fetch()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32458" y="1188720"/>
            <a:ext cx="1261872" cy="164592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32458" y="1188720"/>
            <a:ext cx="1261872" cy="365760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32458" y="11887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923898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6F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92389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 /api/reports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923898" y="237040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JSON body sent to server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7715" y="1188720"/>
            <a:ext cx="1261872" cy="164592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7715" y="1188720"/>
            <a:ext cx="1261872" cy="365760"/>
          </a:xfrm>
          <a:prstGeom prst="roundRect">
            <a:avLst>
              <a:gd name="adj" fmla="val 25000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7715" y="11887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299155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8A8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299155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3299155" y="2286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Maps JSON to DTO, validates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82973" y="1188720"/>
            <a:ext cx="1261872" cy="164592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2973" y="1188720"/>
            <a:ext cx="1261872" cy="365760"/>
          </a:xfrm>
          <a:prstGeom prst="roundRect">
            <a:avLst>
              <a:gd name="adj" fmla="val 25000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82973" y="11887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4674413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8A8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674413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674413" y="2286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Saves report, runs matching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58230" y="1188720"/>
            <a:ext cx="1261872" cy="164592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58230" y="1188720"/>
            <a:ext cx="1261872" cy="365760"/>
          </a:xfrm>
          <a:prstGeom prst="roundRect">
            <a:avLst>
              <a:gd name="adj" fmla="val 25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58230" y="11887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049670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8590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04967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JPA INSERT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6049670" y="2286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Row stored in item_reports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333488" y="1188720"/>
            <a:ext cx="1261872" cy="164592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33488" y="1188720"/>
            <a:ext cx="1261872" cy="365760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33488" y="11887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7424928" y="1645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F6FE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42492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JSON response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7424928" y="2286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Page re-renders with status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3172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2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REQUEST  ·  POST /api/reports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685800" y="34564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{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"type": "lost",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"category": "Wallet",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"location": "Library",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"userId": 12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92040" y="3172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2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RESPONSE  ·  201 CREATED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4892040" y="34564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{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"reportId": 58,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"status": "OPEN",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"possibleMatches": 2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}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Database Design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Campus Tracker  ·  Team 16, Sec 10  ·  Review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926080" cy="3337560"/>
          </a:xfrm>
          <a:prstGeom prst="roundRect">
            <a:avLst>
              <a:gd name="adj" fmla="val 3125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D27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relational tables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PK / FK keys link every table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B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via Spring Data JPA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74904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a relational design?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49040" y="1737360"/>
            <a:ext cx="457200" cy="45720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484" y="1860804"/>
            <a:ext cx="210312" cy="21031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43484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Users, reports, matches and verifications are naturally linked records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749040" y="2450592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484" y="2574036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434840" y="24505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Constraints keep every report, match and alert valid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749040" y="3163824"/>
            <a:ext cx="457200" cy="45720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484" y="3287268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434840" y="3163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fact is stored once and referenced, not copied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3749040" y="3877056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2484" y="4000500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434840" y="38770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joins for matching and hotspot insights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ER Diagram / Database Schema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&amp; Found Campus Tracker  ·  Team 16, Sec 10  ·  Review 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286000" cy="292608"/>
          </a:xfrm>
          <a:prstGeom prst="roundRect">
            <a:avLst>
              <a:gd name="adj" fmla="val 312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9436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PK user_id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name, email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role, phone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29000" y="1188720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188720"/>
            <a:ext cx="2286000" cy="292608"/>
          </a:xfrm>
          <a:prstGeom prst="roundRect">
            <a:avLst>
              <a:gd name="adj" fmla="val 31250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ITEM_REPORT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6616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PK report_id · FK user_id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type, category, location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date_time, image_url, status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188720"/>
            <a:ext cx="2286000" cy="292608"/>
          </a:xfrm>
          <a:prstGeom prst="roundRect">
            <a:avLst>
              <a:gd name="adj" fmla="val 3125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LOCATION_LOG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537960" y="1554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PK loc_id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FK report_id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latitude, longitude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46120"/>
            <a:ext cx="2286000" cy="292608"/>
          </a:xfrm>
          <a:prstGeom prst="roundRect">
            <a:avLst>
              <a:gd name="adj" fmla="val 3125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NOTIFICATION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94360" y="36118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PK notif_id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FK user_id, FK match_id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sent_at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29000" y="3246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0" y="3246120"/>
            <a:ext cx="2286000" cy="292608"/>
          </a:xfrm>
          <a:prstGeom prst="roundRect">
            <a:avLst>
              <a:gd name="adj" fmla="val 31250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566160" y="36118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PK match_id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FK lost_report_id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FK found_report_id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confidence_score, status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32461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3246120"/>
            <a:ext cx="2286000" cy="292608"/>
          </a:xfrm>
          <a:prstGeom prst="roundRect">
            <a:avLst>
              <a:gd name="adj" fmla="val 3125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537960" y="36118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PK verify_id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FK match_id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private_detail_hash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verified_by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0" y="1892808"/>
            <a:ext cx="685800" cy="0"/>
          </a:xfrm>
          <a:prstGeom prst="line">
            <a:avLst/>
          </a:prstGeom>
          <a:noFill/>
          <a:ln w="19050">
            <a:solidFill>
              <a:srgbClr val="6B7A9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52928" y="1783080"/>
            <a:ext cx="457200" cy="219456"/>
          </a:xfrm>
          <a:prstGeom prst="roundRect">
            <a:avLst>
              <a:gd name="adj" fmla="val 4166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52928" y="1783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: 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715000" y="1892808"/>
            <a:ext cx="685800" cy="0"/>
          </a:xfrm>
          <a:prstGeom prst="line">
            <a:avLst/>
          </a:prstGeom>
          <a:noFill/>
          <a:ln w="19050">
            <a:solidFill>
              <a:srgbClr val="6B7A9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24728" y="1783080"/>
            <a:ext cx="457200" cy="219456"/>
          </a:xfrm>
          <a:prstGeom prst="roundRect">
            <a:avLst>
              <a:gd name="adj" fmla="val 4166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24728" y="1783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: 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0" y="2606040"/>
            <a:ext cx="0" cy="640080"/>
          </a:xfrm>
          <a:prstGeom prst="line">
            <a:avLst/>
          </a:prstGeom>
          <a:noFill/>
          <a:ln w="19050">
            <a:solidFill>
              <a:srgbClr val="6B7A9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3400" y="2816352"/>
            <a:ext cx="457200" cy="219456"/>
          </a:xfrm>
          <a:prstGeom prst="roundRect">
            <a:avLst>
              <a:gd name="adj" fmla="val 4166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43400" y="28163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: 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743200" y="3931920"/>
            <a:ext cx="685800" cy="0"/>
          </a:xfrm>
          <a:prstGeom prst="line">
            <a:avLst/>
          </a:prstGeom>
          <a:noFill/>
          <a:ln w="19050">
            <a:solidFill>
              <a:srgbClr val="6B7A9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52928" y="3822192"/>
            <a:ext cx="457200" cy="219456"/>
          </a:xfrm>
          <a:prstGeom prst="roundRect">
            <a:avLst>
              <a:gd name="adj" fmla="val 4166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52928" y="3822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: 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715000" y="3931920"/>
            <a:ext cx="685800" cy="0"/>
          </a:xfrm>
          <a:prstGeom prst="line">
            <a:avLst/>
          </a:prstGeom>
          <a:noFill/>
          <a:ln w="19050">
            <a:solidFill>
              <a:srgbClr val="6B7A9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24728" y="3822192"/>
            <a:ext cx="457200" cy="219456"/>
          </a:xfrm>
          <a:prstGeom prst="roundRect">
            <a:avLst>
              <a:gd name="adj" fmla="val 4166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24728" y="38221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: 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600200" y="2606040"/>
            <a:ext cx="0" cy="640080"/>
          </a:xfrm>
          <a:prstGeom prst="line">
            <a:avLst/>
          </a:prstGeom>
          <a:noFill/>
          <a:ln w="19050">
            <a:solidFill>
              <a:srgbClr val="6B7A9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71600" y="2816352"/>
            <a:ext cx="457200" cy="219456"/>
          </a:xfrm>
          <a:prstGeom prst="roundRect">
            <a:avLst>
              <a:gd name="adj" fmla="val 41667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371600" y="28163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: 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Tables and Their Purpose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Campus Tracker  ·  Team 16, Sec 10  ·  Review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3337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1553108"/>
            <a:ext cx="231343" cy="2313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858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ED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users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8580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Student, staff &amp; admin accounts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858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ED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item_reports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6858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/ found item details and status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46120" y="1234440"/>
            <a:ext cx="2651760" cy="3337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1417320"/>
            <a:ext cx="502920" cy="502920"/>
          </a:xfrm>
          <a:prstGeom prst="ellipse">
            <a:avLst/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788" y="1553108"/>
            <a:ext cx="231343" cy="23134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06908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8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34747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ED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matches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34747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Lost–found pairs with confidence score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347472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ED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verification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347472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Private-detail hash and verifier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035040" y="1234440"/>
            <a:ext cx="2651760" cy="3337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708" y="1553108"/>
            <a:ext cx="231343" cy="23134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85800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626364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ED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notifications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62636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Email alerts for possible matches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626364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ED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location_log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62636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Latitude / longitude for the map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Keys and Relationships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&amp; Found Campus Tracker  ·  Team 16, Sec 10  ·  Review 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key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Uniquely identifies a row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Foreign key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85800" y="2834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Points to another table's primary key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8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Referential integrity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8580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match or alert can point to a missing row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931920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FOREIGN KEY  →  PRIMARY KEY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31920" y="1508760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1920" y="15087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item_reports.user_id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72200" y="1746504"/>
            <a:ext cx="32004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37960" y="1508760"/>
            <a:ext cx="2148840" cy="475488"/>
          </a:xfrm>
          <a:prstGeom prst="roundRect">
            <a:avLst>
              <a:gd name="adj" fmla="val 19231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15087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users.user_id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31920" y="2130552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31920" y="213055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matches.lost_report_id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72200" y="2368296"/>
            <a:ext cx="32004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37960" y="2130552"/>
            <a:ext cx="2148840" cy="475488"/>
          </a:xfrm>
          <a:prstGeom prst="roundRect">
            <a:avLst>
              <a:gd name="adj" fmla="val 19231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21305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item_reports.report_id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31920" y="2752344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31920" y="27523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matches.found_report_id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72200" y="2990088"/>
            <a:ext cx="32004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37960" y="2752344"/>
            <a:ext cx="2148840" cy="475488"/>
          </a:xfrm>
          <a:prstGeom prst="roundRect">
            <a:avLst>
              <a:gd name="adj" fmla="val 19231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275234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item_reports.report_id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931920" y="3374136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31920" y="33741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verification.match_id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72200" y="3611880"/>
            <a:ext cx="32004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37960" y="3374136"/>
            <a:ext cx="2148840" cy="475488"/>
          </a:xfrm>
          <a:prstGeom prst="roundRect">
            <a:avLst>
              <a:gd name="adj" fmla="val 19231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37960" y="33741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matches.match_id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931920" y="3995928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31920" y="39959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3A67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notifications.match_id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72200" y="4233672"/>
            <a:ext cx="32004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37960" y="3995928"/>
            <a:ext cx="2148840" cy="475488"/>
          </a:xfrm>
          <a:prstGeom prst="roundRect">
            <a:avLst>
              <a:gd name="adj" fmla="val 19231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37960" y="399592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matches.match_id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11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Database Operations (CRUD)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&amp; Found Campus Tracker  ·  Team 16, Sec 10  ·  Review 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463040"/>
            <a:ext cx="731520" cy="73152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70" y="1660550"/>
            <a:ext cx="336499" cy="3364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CREATE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" y="27889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SQL  INSERT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 POST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4008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 a lost / found report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560320" y="1234440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54680" y="1463040"/>
            <a:ext cx="731520" cy="731520"/>
          </a:xfrm>
          <a:prstGeom prst="ellipse">
            <a:avLst/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190" y="1660550"/>
            <a:ext cx="336499" cy="33649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56032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READ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2743200" y="27889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74320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SQL  SELECT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2743200" y="320040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74320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 GET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274320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 items, matches, dashboard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663440" y="1234440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257800" y="1463040"/>
            <a:ext cx="731520" cy="7315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310" y="1660550"/>
            <a:ext cx="336499" cy="336499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66344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UPDATE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846320" y="27889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84632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SQL  UPDATE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4846320" y="320040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84632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 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484632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Change status → Verified / Recovered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6766560" y="1234440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360920" y="1463040"/>
            <a:ext cx="731520" cy="731520"/>
          </a:xfrm>
          <a:prstGeom prst="ellipse">
            <a:avLst/>
          </a:prstGeom>
          <a:solidFill>
            <a:srgbClr val="6B7A9F"/>
          </a:solidFill>
          <a:ln w="12700">
            <a:solidFill>
              <a:srgbClr val="6B7A9F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8430" y="1660550"/>
            <a:ext cx="336499" cy="336499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766560" y="2377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DELETE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6949440" y="278892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94944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SQL  DELETE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6949440" y="3200400"/>
            <a:ext cx="1554480" cy="320040"/>
          </a:xfrm>
          <a:prstGeom prst="roundRect">
            <a:avLst>
              <a:gd name="adj" fmla="val 28571"/>
            </a:avLst>
          </a:prstGeom>
          <a:solidFill>
            <a:srgbClr val="E3EEFF"/>
          </a:solidFill>
          <a:ln w="12700">
            <a:solidFill>
              <a:srgbClr val="E3EEF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94944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 DELETE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5"/>
          <p:cNvSpPr txBox="1"/>
          <p:nvPr/>
        </p:nvSpPr>
        <p:spPr>
          <a:xfrm>
            <a:off x="6949440" y="3657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removes duplicate reports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Sample SQL Queries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Lost &amp; Found Campus Tracker  ·  Team 16, Sec 10  ·  Review 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90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51560" y="11887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reported lost items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08960" y="118872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1887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* FROM item_reports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WHERE type = 'lost';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23317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90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51560" y="23317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user's reports and status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08960" y="233172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23317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u.name, r.category, r.status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users u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JOIN item_reports 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ON r.user_id = u.user_id;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474720"/>
            <a:ext cx="365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90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51560" y="347472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matches first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08960" y="347472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37560" y="34747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SELECT l.category, m.confidence_score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FROM matches 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JOIN item_reports 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ON l.report_id = m.lost_report_id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ORDER BY m.confidence_score DESC;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590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14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B3A6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 and Next Steps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Campus Tracker  ·  Team 16, Sec 10  ·  Review 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 ACHIEVED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2018995"/>
            <a:ext cx="168250" cy="1682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1874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platform for campus lost &amp; found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2887675"/>
            <a:ext cx="168250" cy="1682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Linked relational database with keys and constraints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3756355"/>
            <a:ext cx="168250" cy="16825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611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6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 connected to the backend through REST APIs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663440" y="123444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0B8A8A"/>
          </a:solidFill>
          <a:ln w="12700">
            <a:solidFill>
              <a:srgbClr val="0B8A8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937760" y="1417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2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STEPS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4937760" y="18288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27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5394960" y="1828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 matching accuracy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4937760" y="235915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27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5394960" y="2359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Google Maps hotspots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4937760" y="288950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27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5394960" y="28895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email match alerts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4937760" y="341985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27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5394960" y="34198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More validation &amp; testing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4937760" y="395020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27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5394960" y="39502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UI/UX polish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822960"/>
            <a:ext cx="1463040" cy="1463040"/>
          </a:xfrm>
          <a:prstGeom prst="ellipse">
            <a:avLst/>
          </a:prstGeom>
          <a:solidFill>
            <a:srgbClr val="5B8EF2"/>
          </a:solidFill>
          <a:ln w="12700">
            <a:solidFill>
              <a:srgbClr val="5B8EF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501" y="1217981"/>
            <a:ext cx="672998" cy="6729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1278</Words>
  <Application>Microsoft Office PowerPoint</Application>
  <PresentationFormat>On-screen Show (16:9)</PresentationFormat>
  <Paragraphs>326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 and Found Campus Tracker – Review 3</dc:title>
  <dc:subject>PptxGenJS Presentation</dc:subject>
  <dc:creator>PptxGenJS</dc:creator>
  <cp:lastModifiedBy>Madhulika Chilumula</cp:lastModifiedBy>
  <cp:revision>2</cp:revision>
  <dcterms:created xsi:type="dcterms:W3CDTF">2026-10-01T15:45:35Z</dcterms:created>
  <dcterms:modified xsi:type="dcterms:W3CDTF">2026-10-01T16:16:08Z</dcterms:modified>
</cp:coreProperties>
</file>